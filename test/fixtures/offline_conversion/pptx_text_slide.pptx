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ZAQ 568 PPTX contract: cobalt compass marks the route.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